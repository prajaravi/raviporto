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/>
      <p:bold r:id="rId10"/>
    </p:embeddedFon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619750"/>
            <a:ext cx="2600325" cy="781050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5619750"/>
            <a:ext cx="2600325" cy="781050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5619750"/>
            <a:ext cx="2600325" cy="781050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5619750"/>
            <a:ext cx="2600325" cy="781050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4881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COMMUNICATION ENGAGEMENT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82200" y="476250"/>
            <a:ext cx="200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Academic Activity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502247"/>
            <a:ext cx="11582400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 dirty="0">
                <a:solidFill>
                  <a:srgbClr val="F8FAFC"/>
                </a:solidFill>
                <a:latin typeface="Plus Jakarta Sans"/>
              </a:rPr>
              <a:t>Community Engagement Program (CEP)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165127"/>
            <a:ext cx="7715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CBD5E1"/>
                </a:solidFill>
                <a:latin typeface="Inter"/>
              </a:rPr>
              <a:t>Field Experience &amp; Interactive Workshop Report: Communication Skills &amp; AI Revolution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305425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5819775"/>
            <a:ext cx="27503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Inter"/>
              </a:rPr>
              <a:t>1. STUDENT 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6000750"/>
            <a:ext cx="288786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Taufique Qureshi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5819775"/>
            <a:ext cx="27503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Inter"/>
              </a:rPr>
              <a:t>2. TEAM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6000750"/>
            <a:ext cx="288786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Ravi Prajapati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275" y="5819775"/>
            <a:ext cx="27503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Inter"/>
              </a:rPr>
              <a:t>3. TEAM 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6000750"/>
            <a:ext cx="288786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Aryan Naik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2100" y="5819775"/>
            <a:ext cx="27503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Inter"/>
              </a:rPr>
              <a:t>4. TEAM 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2100" y="6000750"/>
            <a:ext cx="288786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Inter"/>
              </a:rPr>
              <a:t>Darshan Neware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53700" y="609600"/>
            <a:ext cx="1028700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81287"/>
            <a:ext cx="3505200" cy="2305050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681287"/>
            <a:ext cx="3505200" cy="2305050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681287"/>
            <a:ext cx="3505200" cy="2305050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956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956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9561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128962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3128962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875" y="3128962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62031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TOPIC 1: BASIC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57225"/>
            <a:ext cx="6513314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Fundamentals of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643312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Expressing Ideas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9862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Clear articulation of core concepts without complex technical jargon.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3643312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Active Listening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725" y="39862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Absorbing feedback attentively before formulating an appropriate response.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643312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Feedback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398621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Ensuring mutual clarity between speaker and audience during interaction.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25125" y="609600"/>
            <a:ext cx="1057275" cy="27622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28825"/>
            <a:ext cx="529590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95650"/>
            <a:ext cx="529590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562475"/>
            <a:ext cx="529590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028825"/>
            <a:ext cx="38100" cy="1076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295650"/>
            <a:ext cx="38100" cy="1076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562475"/>
            <a:ext cx="38100" cy="1076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119312"/>
            <a:ext cx="5295900" cy="3429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19312"/>
            <a:ext cx="5295900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6941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TOPIC 1: BASIC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7225"/>
            <a:ext cx="728841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Overcoming Communication Barriers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257425"/>
            <a:ext cx="63007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Stage Anxiety &amp; Hesitation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514600"/>
            <a:ext cx="4895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Overcoming public speaking fear through step-by-step stage exposure.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524250"/>
            <a:ext cx="63007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Bypassing Complex Jargon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781425"/>
            <a:ext cx="4895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Replacing rigid terminology with accessible, relatable everyday examples.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791075"/>
            <a:ext cx="63007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Two-Way 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5048250"/>
            <a:ext cx="4895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Shifting classroom dynamics from passive monologues to active discussions.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53700" y="609600"/>
            <a:ext cx="1028700" cy="276225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47962"/>
            <a:ext cx="5391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747962"/>
            <a:ext cx="5391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29062"/>
            <a:ext cx="5391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29062"/>
            <a:ext cx="5391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24187"/>
            <a:ext cx="447675" cy="4286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75" y="3024187"/>
            <a:ext cx="419100" cy="428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205287"/>
            <a:ext cx="466725" cy="4286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475" y="4205287"/>
            <a:ext cx="447675" cy="4286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3138487"/>
            <a:ext cx="21907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3138487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4319587"/>
            <a:ext cx="2381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4319587"/>
            <a:ext cx="2190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706100" y="666750"/>
            <a:ext cx="8191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1050" b="1" i="0" u="none" dirty="0">
              <a:solidFill>
                <a:srgbClr val="0F766E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"/>
            <a:ext cx="5905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Inter"/>
              </a:rPr>
              <a:t>TOPIC 2: COMMUNICATION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57225"/>
            <a:ext cx="62007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Core Verbal &amp; Non-Verbal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5900" y="3024187"/>
            <a:ext cx="513814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Direct Eye 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5900" y="3281362"/>
            <a:ext cx="489346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Builds immediate trust and sustains audience connection.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8975" y="3024187"/>
            <a:ext cx="51530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Body Posture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8975" y="3281362"/>
            <a:ext cx="5072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Upright stance and open hand gestures project confidence.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4950" y="4205287"/>
            <a:ext cx="53006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Vocal Modulation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4950" y="4462462"/>
            <a:ext cx="5048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Controlling speech pace, volume, and emphasis effectively.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7550" y="4205287"/>
            <a:ext cx="51244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Thought Structuring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7550" y="4462462"/>
            <a:ext cx="5000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Organizing ideas into clear Opening, Body, and Conclusion.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25125" y="609600"/>
            <a:ext cx="1057275" cy="276225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90850"/>
            <a:ext cx="3530649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749" y="2990850"/>
            <a:ext cx="3530649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51899" y="2990850"/>
            <a:ext cx="3530649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84350" y="3267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05500" y="3267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26649" y="3267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56078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D9488"/>
                </a:solidFill>
                <a:latin typeface="Inter"/>
              </a:rPr>
              <a:t>TOPIC 2: COMMUNICATION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7225"/>
            <a:ext cx="588823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Practical Workshop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1475" y="326707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481" y="3800475"/>
            <a:ext cx="390888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Icebreaker Drills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550" y="4000500"/>
            <a:ext cx="372274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Inter"/>
              </a:rPr>
              <a:t>Tongue twisters and warm-up games to ease initial student anxiety.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2625" y="326707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1630" y="3800475"/>
            <a:ext cx="390888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JAM Speaking 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4699" y="4076700"/>
            <a:ext cx="372274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Inter"/>
              </a:rPr>
              <a:t>1-Minute stage talks encouraging prompt expression on simple topics.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3774" y="326707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2780" y="3800475"/>
            <a:ext cx="390888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Constructive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849" y="4076700"/>
            <a:ext cx="372274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Inter"/>
              </a:rPr>
              <a:t>Personalized pointers provided to boost confidence and correct posture.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53700" y="609600"/>
            <a:ext cx="1028700" cy="276225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2028825"/>
            <a:ext cx="529590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3295650"/>
            <a:ext cx="529590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86500" y="4562475"/>
            <a:ext cx="5295900" cy="1076325"/>
          </a:xfrm>
          <a:prstGeom prst="roundRect">
            <a:avLst>
              <a:gd name="adj" fmla="val 1061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86500" y="2028825"/>
            <a:ext cx="38100" cy="107632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86500" y="3295650"/>
            <a:ext cx="38100" cy="107632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86500" y="4562475"/>
            <a:ext cx="38100" cy="107632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19312"/>
            <a:ext cx="5295900" cy="3429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19312"/>
            <a:ext cx="5295900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06100" y="666750"/>
            <a:ext cx="8191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338CA"/>
                </a:solidFill>
                <a:latin typeface="Inter"/>
              </a:rPr>
              <a:t>Slide 01/02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5643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Inter"/>
              </a:rPr>
              <a:t>TOPIC 3: AI REVOLUTION (POST-2022)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7225"/>
            <a:ext cx="592574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The Global Technological 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2257425"/>
            <a:ext cx="5638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Generative AI Surge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2514600"/>
            <a:ext cx="4895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Shift from passive consumption to automated content and code creation.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3524250"/>
            <a:ext cx="5638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Process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3781425"/>
            <a:ext cx="4895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Streamlining repetitive administrative and analytical workflows across industries.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4791075"/>
            <a:ext cx="5638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Democratized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5048250"/>
            <a:ext cx="48958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Making advanced intelligence tools accessible to students and non-technical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25125" y="609600"/>
            <a:ext cx="1057275" cy="276225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81287"/>
            <a:ext cx="3505200" cy="2305050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681287"/>
            <a:ext cx="3505200" cy="2305050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681287"/>
            <a:ext cx="3505200" cy="2305050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956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956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9561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128962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3128962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875" y="3128962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56911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Inter"/>
              </a:rPr>
              <a:t>TOPIC 3: AI REVOLUTION (POST-2022)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57225"/>
            <a:ext cx="597574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Practical Student Applications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643312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Personal Study Tutor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98621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Breaking down complex scientific or math concepts into step-by-step explanations.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3643312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Task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725" y="39862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Creating tailored revision timetables, practice quizzes, and study outlines.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643312"/>
            <a:ext cx="377547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Ethical &amp; Wise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398621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Leveraging AI to assist authentic understanding rather than passive copy-pasting.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43425" y="4476750"/>
            <a:ext cx="1323975" cy="3714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19800" y="4476750"/>
            <a:ext cx="1628775" cy="371475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46921" y="2009775"/>
            <a:ext cx="4298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COMMUNITY ENGAGEMENT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4483" y="2362200"/>
            <a:ext cx="4263032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Plus Jakarta Sa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314700"/>
            <a:ext cx="71437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We express our gratitude to Unnati Classes, Kalyan, our faculty mentor Ms. Hemangi Rane, and all participating students.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6528" y="4572000"/>
            <a:ext cx="11977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4A3B8"/>
                </a:solidFill>
                <a:latin typeface="Inter"/>
              </a:rPr>
              <a:t>Q&amp;A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4803" y="4572000"/>
            <a:ext cx="157876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Inter"/>
              </a:rPr>
              <a:t>CEP Activity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387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Plus Jakarta Sans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 Prajapati</cp:lastModifiedBy>
  <cp:revision>2</cp:revision>
  <dcterms:created xsi:type="dcterms:W3CDTF">2013-01-27T09:14:16Z</dcterms:created>
  <dcterms:modified xsi:type="dcterms:W3CDTF">2026-10-07T14:28:19Z</dcterms:modified>
  <cp:category/>
</cp:coreProperties>
</file>