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D5D81-1C87-4191-A831-825B0FA6BC69}" v="3" dt="2025-09-23T09:51:46.9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Barahate" userId="f5c5fb32-f34b-4a2e-804d-61d1f462e82d" providerId="ADAL" clId="{AA45986E-8D8C-4CBC-98FC-60EACC7B449E}"/>
    <pc:docChg chg="modSld">
      <pc:chgData name="Pratik Barahate" userId="f5c5fb32-f34b-4a2e-804d-61d1f462e82d" providerId="ADAL" clId="{AA45986E-8D8C-4CBC-98FC-60EACC7B449E}" dt="2024-11-22T12:36:31.987" v="4" actId="14100"/>
      <pc:docMkLst>
        <pc:docMk/>
      </pc:docMkLst>
      <pc:sldChg chg="modSp mod">
        <pc:chgData name="Pratik Barahate" userId="f5c5fb32-f34b-4a2e-804d-61d1f462e82d" providerId="ADAL" clId="{AA45986E-8D8C-4CBC-98FC-60EACC7B449E}" dt="2024-11-22T12:36:31.987" v="4" actId="14100"/>
        <pc:sldMkLst>
          <pc:docMk/>
          <pc:sldMk cId="3496343551" sldId="256"/>
        </pc:sldMkLst>
      </pc:sldChg>
    </pc:docChg>
  </pc:docChgLst>
  <pc:docChgLst>
    <pc:chgData name="Ayush Tripathi" userId="9e11b588-2494-4890-9785-d55a9707eef0" providerId="ADAL" clId="{C87D5D81-1C87-4191-A831-825B0FA6BC69}"/>
    <pc:docChg chg="undo custSel modSld">
      <pc:chgData name="Ayush Tripathi" userId="9e11b588-2494-4890-9785-d55a9707eef0" providerId="ADAL" clId="{C87D5D81-1C87-4191-A831-825B0FA6BC69}" dt="2025-09-23T10:56:42.668" v="446" actId="20577"/>
      <pc:docMkLst>
        <pc:docMk/>
      </pc:docMkLst>
      <pc:sldChg chg="addSp modSp mod">
        <pc:chgData name="Ayush Tripathi" userId="9e11b588-2494-4890-9785-d55a9707eef0" providerId="ADAL" clId="{C87D5D81-1C87-4191-A831-825B0FA6BC69}" dt="2025-09-23T10:56:42.668" v="446" actId="20577"/>
        <pc:sldMkLst>
          <pc:docMk/>
          <pc:sldMk cId="3496343551" sldId="256"/>
        </pc:sldMkLst>
        <pc:spChg chg="add mod">
          <ac:chgData name="Ayush Tripathi" userId="9e11b588-2494-4890-9785-d55a9707eef0" providerId="ADAL" clId="{C87D5D81-1C87-4191-A831-825B0FA6BC69}" dt="2025-09-23T10:56:15.812" v="431" actId="1076"/>
          <ac:spMkLst>
            <pc:docMk/>
            <pc:sldMk cId="3496343551" sldId="256"/>
            <ac:spMk id="2" creationId="{F8B30258-2ADE-F824-D259-F9A92C905F67}"/>
          </ac:spMkLst>
        </pc:spChg>
        <pc:spChg chg="mod">
          <ac:chgData name="Ayush Tripathi" userId="9e11b588-2494-4890-9785-d55a9707eef0" providerId="ADAL" clId="{C87D5D81-1C87-4191-A831-825B0FA6BC69}" dt="2025-09-23T10:56:42.668" v="446" actId="20577"/>
          <ac:spMkLst>
            <pc:docMk/>
            <pc:sldMk cId="3496343551" sldId="256"/>
            <ac:spMk id="10" creationId="{A204552F-2ED2-9E15-6385-EDBCC4C421CA}"/>
          </ac:spMkLst>
        </pc:spChg>
      </pc:sldChg>
      <pc:sldChg chg="addSp delSp modSp mod">
        <pc:chgData name="Ayush Tripathi" userId="9e11b588-2494-4890-9785-d55a9707eef0" providerId="ADAL" clId="{C87D5D81-1C87-4191-A831-825B0FA6BC69}" dt="2025-09-23T09:53:00.960" v="236" actId="14734"/>
        <pc:sldMkLst>
          <pc:docMk/>
          <pc:sldMk cId="1694746230" sldId="262"/>
        </pc:sldMkLst>
        <pc:spChg chg="add del mod">
          <ac:chgData name="Ayush Tripathi" userId="9e11b588-2494-4890-9785-d55a9707eef0" providerId="ADAL" clId="{C87D5D81-1C87-4191-A831-825B0FA6BC69}" dt="2025-09-23T09:49:02.357" v="89" actId="478"/>
          <ac:spMkLst>
            <pc:docMk/>
            <pc:sldMk cId="1694746230" sldId="262"/>
            <ac:spMk id="2" creationId="{59367B3B-0A3C-9B0A-9F3C-7967F2A42ADC}"/>
          </ac:spMkLst>
        </pc:spChg>
        <pc:spChg chg="mod">
          <ac:chgData name="Ayush Tripathi" userId="9e11b588-2494-4890-9785-d55a9707eef0" providerId="ADAL" clId="{C87D5D81-1C87-4191-A831-825B0FA6BC69}" dt="2025-09-23T09:48:34.453" v="68" actId="20577"/>
          <ac:spMkLst>
            <pc:docMk/>
            <pc:sldMk cId="1694746230" sldId="262"/>
            <ac:spMk id="3" creationId="{45704145-AB5B-C574-369F-97D4F11353A7}"/>
          </ac:spMkLst>
        </pc:spChg>
        <pc:spChg chg="add mod">
          <ac:chgData name="Ayush Tripathi" userId="9e11b588-2494-4890-9785-d55a9707eef0" providerId="ADAL" clId="{C87D5D81-1C87-4191-A831-825B0FA6BC69}" dt="2025-09-23T09:52:45.233" v="234" actId="20577"/>
          <ac:spMkLst>
            <pc:docMk/>
            <pc:sldMk cId="1694746230" sldId="262"/>
            <ac:spMk id="5" creationId="{52DD5F3C-D3A1-A10E-11F1-D3D7DE3F7122}"/>
          </ac:spMkLst>
        </pc:spChg>
        <pc:graphicFrameChg chg="add mod modGraphic">
          <ac:chgData name="Ayush Tripathi" userId="9e11b588-2494-4890-9785-d55a9707eef0" providerId="ADAL" clId="{C87D5D81-1C87-4191-A831-825B0FA6BC69}" dt="2025-09-23T09:53:00.960" v="236" actId="14734"/>
          <ac:graphicFrameMkLst>
            <pc:docMk/>
            <pc:sldMk cId="1694746230" sldId="262"/>
            <ac:graphicFrameMk id="4" creationId="{B95B68AD-502A-DB02-B101-0BA29480DC2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793C-20D5-05DB-1271-0D82BEC22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03310-04AC-1976-2D51-80F8584DDD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AE3B6-0AE8-9CE3-A8A2-9614491C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ECC65-3012-40A5-9CD4-84CDD40B8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E7170-35F7-AF02-D84B-6B46E14D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428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80A43-FCA9-4C3B-D61F-859DF38C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0EC72-CF78-9973-EF58-4B73BE377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024BE-2D05-A6DF-5690-1A27CF5E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64DC-5B8F-8B1F-8AF7-F46F76212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49D6F-1BB5-1EB9-0395-343D79C0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68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957E5-D9F3-3148-8327-085B00B0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659C7-6D83-3986-8068-24B0DD5E4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841B7-1C52-C9FB-563B-C80B00973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C52FC-7CCD-0B0E-C698-B351DA07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03D67-565B-DED3-FAF7-98E55D0F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99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0C68-6777-5568-C063-C3C5AA578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AB1B8-8C2A-57C5-4826-C9938B6CC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F20AA-E552-5F5A-275C-4AF3FE57C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1075B-26C8-C8EB-90DE-B127AA73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06835-624A-457D-911F-9C77D5DB9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D138C-C2EE-8D49-CDCA-72E10A07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688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36060-42E9-151B-5DB4-8CA2CA61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F4EE5-2ADF-B66E-0D8A-DF373E92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3FB9E1-C73A-D926-03ED-97579B276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2A4CF-4A3B-D2E9-A449-641839FADC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DE0E5-720D-303A-AE07-7662F9D1F4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E71CC4-761D-D6C6-750C-1D4A0D33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3ECD5-1436-7840-BD25-566D7E640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9529B1-5A0F-1D1F-B55E-7FC19D6D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21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4D92-5533-3314-D1E4-CEA5597B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BF3A6E-4D72-DC33-3739-C461C6A4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8268C-8B7A-53F9-A958-F46D02DA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0F267-DBF2-E82F-CA47-FF942BAE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99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916536-FE4A-249E-34FA-7D59B5F20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DEC52-02C1-03CB-BC1D-58E6B071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9303F-4475-40FD-4EA7-D0FBEB7A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8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2907-91DA-DCB3-FC7D-219314F9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EF4CD-80CB-69A9-B908-906E74D9E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523917-AD7A-6B8B-DD33-89B1B38FC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BFAA-9E31-9796-94EB-525B95B5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A9B1F-434E-F754-DCD2-0ECE9217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B5127-ECA6-4C96-9801-510DA8F1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14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0065-0833-FDFF-8995-53930A1D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40799-F237-2384-7787-ABF560D06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B855D-0166-3CE7-DA30-FD2588DA5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E34E0-353B-1328-168D-4382CD378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36AE3-3748-4E4D-7D27-FF890AD32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65AFA-DF2D-0F4C-D3A0-782007B5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40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1479C-3312-9866-5579-F9B37CB8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3E98A-54C1-37B7-BD16-8EE471DE8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056F6-0CA8-0490-7389-2519EA868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7A89-1878-F62D-CF02-FCC8CC6F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6AD99-4279-E513-F409-07AD46A19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21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AB3F24-8A53-D854-7508-F2E66D143D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BD063E-8361-4F83-7E7A-458288D5B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DF743-F944-5637-9961-01AC83DE1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FCB5D-E256-2B49-2014-0792C3DFA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6276-96AA-3F73-B6E3-E4B8F3A3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462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347A7-0C65-CED0-4AA2-3382E7E88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7294-3958-806B-2B3B-0F4E412CC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F9086-5954-6A34-1D5D-6F4321844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75AA7-F4F4-41C1-BEEF-E27B3F304C46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0043A-EE98-3E50-78D5-0B68C0BF6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D939-B3B3-1196-22A8-3E3F3C9D8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0533F-54F3-4F56-BB30-F90D273600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33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for a university&#10;&#10;Description automatically generated">
            <a:extLst>
              <a:ext uri="{FF2B5EF4-FFF2-40B4-BE49-F238E27FC236}">
                <a16:creationId xmlns:a16="http://schemas.microsoft.com/office/drawing/2014/main" id="{499BE572-A125-FA78-69C0-CDC4E70873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68" b="31587"/>
          <a:stretch/>
        </p:blipFill>
        <p:spPr>
          <a:xfrm>
            <a:off x="382173" y="180814"/>
            <a:ext cx="1911454" cy="1348251"/>
          </a:xfrm>
          <a:prstGeom prst="rect">
            <a:avLst/>
          </a:prstGeom>
        </p:spPr>
      </p:pic>
      <p:pic>
        <p:nvPicPr>
          <p:cNvPr id="7" name="Picture 6" descr="A logo of a light bulb&#10;&#10;Description automatically generated">
            <a:extLst>
              <a:ext uri="{FF2B5EF4-FFF2-40B4-BE49-F238E27FC236}">
                <a16:creationId xmlns:a16="http://schemas.microsoft.com/office/drawing/2014/main" id="{9A9A2D08-81D7-C754-D30D-9CFB14DB3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3787" y="257014"/>
            <a:ext cx="942643" cy="1272051"/>
          </a:xfrm>
          <a:prstGeom prst="rect">
            <a:avLst/>
          </a:prstGeom>
        </p:spPr>
      </p:pic>
      <p:pic>
        <p:nvPicPr>
          <p:cNvPr id="9" name="Picture 8" descr="A logo with text on it&#10;&#10;Description automatically generated">
            <a:extLst>
              <a:ext uri="{FF2B5EF4-FFF2-40B4-BE49-F238E27FC236}">
                <a16:creationId xmlns:a16="http://schemas.microsoft.com/office/drawing/2014/main" id="{07FBF8DE-65EC-7FE7-71B2-A0B8F2C8E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5" t="36032" r="6826" b="36825"/>
          <a:stretch/>
        </p:blipFill>
        <p:spPr>
          <a:xfrm>
            <a:off x="4208500" y="257014"/>
            <a:ext cx="3774999" cy="12043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04552F-2ED2-9E15-6385-EDBCC4C421CA}"/>
              </a:ext>
            </a:extLst>
          </p:cNvPr>
          <p:cNvSpPr/>
          <p:nvPr/>
        </p:nvSpPr>
        <p:spPr>
          <a:xfrm>
            <a:off x="1507602" y="1357958"/>
            <a:ext cx="8828314" cy="32134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200" dirty="0">
                <a:solidFill>
                  <a:schemeClr val="accent6"/>
                </a:solidFill>
              </a:rPr>
              <a:t>Ideation Competition 3.0</a:t>
            </a:r>
          </a:p>
          <a:p>
            <a:pPr algn="ctr"/>
            <a:r>
              <a:rPr lang="en-IN" sz="4200" dirty="0">
                <a:solidFill>
                  <a:schemeClr val="accent6"/>
                </a:solidFill>
              </a:rPr>
              <a:t>Pre-Incubation Centre Activity</a:t>
            </a:r>
          </a:p>
          <a:p>
            <a:pPr algn="ctr"/>
            <a:endParaRPr lang="en-IN" sz="4000" dirty="0">
              <a:solidFill>
                <a:schemeClr val="tx1"/>
              </a:solidFill>
            </a:endParaRPr>
          </a:p>
          <a:p>
            <a:pPr algn="ctr"/>
            <a:r>
              <a:rPr lang="en-IN" sz="3600" dirty="0">
                <a:solidFill>
                  <a:schemeClr val="tx1"/>
                </a:solidFill>
              </a:rPr>
              <a:t>College Level Competition</a:t>
            </a:r>
          </a:p>
          <a:p>
            <a:pPr algn="ctr"/>
            <a:r>
              <a:rPr lang="en-IN" sz="3600" i="1" dirty="0">
                <a:solidFill>
                  <a:schemeClr val="tx1"/>
                </a:solidFill>
              </a:rPr>
              <a:t>“Name of the College”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B30258-2ADE-F824-D259-F9A92C905F67}"/>
              </a:ext>
            </a:extLst>
          </p:cNvPr>
          <p:cNvSpPr txBox="1"/>
          <p:nvPr/>
        </p:nvSpPr>
        <p:spPr>
          <a:xfrm>
            <a:off x="1998700" y="4922860"/>
            <a:ext cx="8194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Team Members: </a:t>
            </a:r>
          </a:p>
          <a:p>
            <a:endParaRPr lang="en-IN" b="1" dirty="0"/>
          </a:p>
          <a:p>
            <a:r>
              <a:rPr lang="en-IN" b="1" dirty="0"/>
              <a:t>                ______________________                                       ______________________            </a:t>
            </a:r>
          </a:p>
          <a:p>
            <a:endParaRPr lang="en-IN" b="1" dirty="0"/>
          </a:p>
          <a:p>
            <a:r>
              <a:rPr lang="en-IN" b="1" dirty="0"/>
              <a:t>                 ______________________                                      ______________________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9634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304353-201C-ED98-9EE9-EEB37E9E7022}"/>
              </a:ext>
            </a:extLst>
          </p:cNvPr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1 – Define the 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53231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4E27-4DEF-A58B-3319-CC938C75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B863720-96FC-35D8-6922-1E10DE83E0F8}"/>
              </a:ext>
            </a:extLst>
          </p:cNvPr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2 – Solution Provided by Innovation Team</a:t>
            </a:r>
          </a:p>
        </p:txBody>
      </p:sp>
    </p:spTree>
    <p:extLst>
      <p:ext uri="{BB962C8B-B14F-4D97-AF65-F5344CB8AC3E}">
        <p14:creationId xmlns:p14="http://schemas.microsoft.com/office/powerpoint/2010/main" val="3753046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EFC0F-2713-CFAE-A625-7767E0BF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0B3FE3-9833-A130-7C2B-2DA0567068ED}"/>
              </a:ext>
            </a:extLst>
          </p:cNvPr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3 – Competitive Analysis</a:t>
            </a:r>
          </a:p>
        </p:txBody>
      </p:sp>
    </p:spTree>
    <p:extLst>
      <p:ext uri="{BB962C8B-B14F-4D97-AF65-F5344CB8AC3E}">
        <p14:creationId xmlns:p14="http://schemas.microsoft.com/office/powerpoint/2010/main" val="254215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DABD8-642D-ADC4-7B30-22254D45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AB504CF-414F-2FE3-3337-852895B7E75A}"/>
              </a:ext>
            </a:extLst>
          </p:cNvPr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4 – Total Addressable Market</a:t>
            </a:r>
          </a:p>
        </p:txBody>
      </p:sp>
    </p:spTree>
    <p:extLst>
      <p:ext uri="{BB962C8B-B14F-4D97-AF65-F5344CB8AC3E}">
        <p14:creationId xmlns:p14="http://schemas.microsoft.com/office/powerpoint/2010/main" val="2234384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DE73-0001-B46C-619F-2D257D6C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71AEC4-A5E0-5C1E-B6A8-16E175371CFA}"/>
              </a:ext>
            </a:extLst>
          </p:cNvPr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5 – Plan for Scaling-up</a:t>
            </a:r>
          </a:p>
        </p:txBody>
      </p:sp>
    </p:spTree>
    <p:extLst>
      <p:ext uri="{BB962C8B-B14F-4D97-AF65-F5344CB8AC3E}">
        <p14:creationId xmlns:p14="http://schemas.microsoft.com/office/powerpoint/2010/main" val="411737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B195F-4C8E-DEF0-BC1D-0ED13D27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5704145-AB5B-C574-369F-97D4F11353A7}"/>
              </a:ext>
            </a:extLst>
          </p:cNvPr>
          <p:cNvSpPr/>
          <p:nvPr/>
        </p:nvSpPr>
        <p:spPr>
          <a:xfrm>
            <a:off x="0" y="0"/>
            <a:ext cx="12191999" cy="6640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Slide 6 – Team Composition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95B68AD-502A-DB02-B101-0BA29480D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571982"/>
              </p:ext>
            </p:extLst>
          </p:nvPr>
        </p:nvGraphicFramePr>
        <p:xfrm>
          <a:off x="810228" y="985882"/>
          <a:ext cx="10567686" cy="3319902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4560425">
                  <a:extLst>
                    <a:ext uri="{9D8B030D-6E8A-4147-A177-3AD203B41FA5}">
                      <a16:colId xmlns:a16="http://schemas.microsoft.com/office/drawing/2014/main" val="1448577470"/>
                    </a:ext>
                  </a:extLst>
                </a:gridCol>
                <a:gridCol w="2484699">
                  <a:extLst>
                    <a:ext uri="{9D8B030D-6E8A-4147-A177-3AD203B41FA5}">
                      <a16:colId xmlns:a16="http://schemas.microsoft.com/office/drawing/2014/main" val="175298833"/>
                    </a:ext>
                  </a:extLst>
                </a:gridCol>
                <a:gridCol w="3522562">
                  <a:extLst>
                    <a:ext uri="{9D8B030D-6E8A-4147-A177-3AD203B41FA5}">
                      <a16:colId xmlns:a16="http://schemas.microsoft.com/office/drawing/2014/main" val="4071190711"/>
                    </a:ext>
                  </a:extLst>
                </a:gridCol>
              </a:tblGrid>
              <a:tr h="553317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Program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Participating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335132"/>
                  </a:ext>
                </a:extLst>
              </a:tr>
              <a:tr h="55331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34578"/>
                  </a:ext>
                </a:extLst>
              </a:tr>
              <a:tr h="55331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8628805"/>
                  </a:ext>
                </a:extLst>
              </a:tr>
              <a:tr h="55331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235227"/>
                  </a:ext>
                </a:extLst>
              </a:tr>
              <a:tr h="55331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606242"/>
                  </a:ext>
                </a:extLst>
              </a:tr>
              <a:tr h="553317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9139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DD5F3C-D3A1-A10E-11F1-D3D7DE3F7122}"/>
              </a:ext>
            </a:extLst>
          </p:cNvPr>
          <p:cNvSpPr txBox="1"/>
          <p:nvPr/>
        </p:nvSpPr>
        <p:spPr>
          <a:xfrm>
            <a:off x="619889" y="5687451"/>
            <a:ext cx="698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Name of Mentor (If any): 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69474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1907</TotalTime>
  <Words>75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Barahate</dc:creator>
  <cp:lastModifiedBy>Ayush Tripathi</cp:lastModifiedBy>
  <cp:revision>3</cp:revision>
  <dcterms:created xsi:type="dcterms:W3CDTF">2024-11-09T10:09:24Z</dcterms:created>
  <dcterms:modified xsi:type="dcterms:W3CDTF">2025-09-23T10:56:48Z</dcterms:modified>
</cp:coreProperties>
</file>